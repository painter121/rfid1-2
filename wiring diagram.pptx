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A4A42A9-B793-585C-3EE0-93AD76834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A60D1639-AA95-DFAB-3F89-FB854A915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7FA8E5D-092A-EDCC-9B31-FD89139E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74E14E5-DE47-B1F3-2D6E-5FF49ACF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A1BE186-F37D-4525-494B-AF3983B2C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0233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0FFCE31-AB6C-15C9-7AED-B3357F87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DC4C3E2E-283F-10AD-9661-884DA40A0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BDE46D1-BD68-1740-D085-1FC7A73C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93EED53-B156-3504-F16F-2AC7EF37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7BEB50D-0CAA-1BC1-5C94-EA6E4EDF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4060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541D5F2-CFF6-5C99-702D-A8FEF487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43235BDB-D9E9-597C-A676-BB2A2E833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80DEB3D-D38E-3D79-ACB2-820DF3701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DA46931-2063-CE88-EEC2-C6659BAE3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E16683F-8AA8-9A98-E46F-DD482EBD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36384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443D179-4392-3307-2B69-9A1174090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42FA5F68-927A-2949-189E-F05F0D32B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198E9F57-CBF3-CFC3-C8EB-C546AAA16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BBAF0D84-8F9E-1656-EF56-57D64279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D450C38F-DB9A-EF4D-90B2-DFD38019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6B3C3114-043B-DD03-9DF6-F3850038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6597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47BD7F3-F135-69B9-AC6C-B95D9E095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21CF31C5-8AF8-8082-02B5-BAA199644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7EEC24FA-EC66-0D11-C98E-4A35A90B3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1EACFE38-7381-C3E5-79BC-9EBA958E4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33C29C33-446C-3F8F-1344-493CD67DB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3DBE64C0-8C62-68E4-86A0-6AF519F6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90163A89-51B8-0565-F89D-ACC5C421E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2F335143-D6D8-B8BC-040C-F4EFA2FE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76718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31B70FD-6351-EA5F-EDDD-1D934467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0328DF48-B12F-4E41-18C1-ADAA696CD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D05A9597-ECCD-D937-E960-34050AD85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D1E7DB59-D16B-32F4-7FCD-8F26D29D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911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C0481E19-DA61-56F7-DD79-F7E0AC0C6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D80160CD-1BFD-0CAC-A87C-0D5D392B6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B536AA54-44A1-B2D5-11B1-35EA6264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36631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6B42F37-4B77-B513-EBFD-8EF825352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E80DD428-06A0-0358-3AF9-79D9DA9F2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CD78FA59-FD78-845C-47A2-5FE7CB5DA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CD3124B4-B99E-C6D3-A998-4354C371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741418EE-A21C-3A20-3BAA-938806006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9CDAF50-00BC-F1E0-00F1-723FACE0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963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2B55E5D-1E84-D96F-2F03-102FB2DA5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788FDA54-4B39-89E5-D185-BC5CCC217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9836BEC5-ABE2-37EB-4C59-B46B6D535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ABF288A2-AE95-ACE9-8D50-9273B8D1C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50C242B7-A698-B02D-01F0-8A86DD2C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E943DA8E-9E57-3209-4590-295C0968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0837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D9E2D52-3081-8307-E1C6-1CE73B29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DD1387DA-723A-4C99-5A13-8F45A5DB5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CA544A2-BA64-8C3A-9798-26F44E2D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8758415-9A7D-224A-3E51-F528588C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73DB81C-C709-5154-33EC-B0A0EEF9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3130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EA808C6B-A2AC-C80A-5FCC-38EFA6B56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6E78C1F2-2977-F59B-F06A-CEE5C220D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FA81FE2-1975-0442-1A95-446DD27DD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58D0374-2477-2AC3-89C0-09F67216D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BD00282-F8C1-5854-8DE9-4875EDCA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1519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2F4BF43E-951D-237E-9095-9737F0DDB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3CB60ECE-6C08-3162-A0F5-2D48C5E73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CC1A3B2F-4688-8279-D611-3ABDE64ACE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6A98C-7D44-4745-8D35-DB68D1377220}" type="datetimeFigureOut">
              <a:rPr lang="th-TH" smtClean="0"/>
              <a:t>12/03/67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165D829C-71C7-0AD8-25E6-6DDAE2CA5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3538F87A-82B0-5DEF-DE83-BB82F7FAE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306A2-656C-403B-BEB6-BA09BC106A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8788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demcu Lua Lolin V3 module with ESP8266 12F Looking for?">
            <a:extLst>
              <a:ext uri="{FF2B5EF4-FFF2-40B4-BE49-F238E27FC236}">
                <a16:creationId xmlns:a16="http://schemas.microsoft.com/office/drawing/2014/main" id="{E895E6E1-E5B8-698E-F99E-86F51958C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867" r="99800">
                        <a14:foregroundMark x1="6200" y1="37867" x2="9133" y2="46933"/>
                        <a14:foregroundMark x1="9133" y1="46933" x2="7467" y2="64800"/>
                        <a14:foregroundMark x1="4000" y1="57600" x2="3867" y2="37133"/>
                        <a14:foregroundMark x1="52800" y1="28667" x2="62933" y2="28667"/>
                        <a14:foregroundMark x1="62933" y1="28667" x2="67667" y2="28667"/>
                        <a14:foregroundMark x1="25933" y1="28667" x2="36867" y2="28067"/>
                        <a14:foregroundMark x1="53667" y1="37400" x2="54667" y2="49733"/>
                        <a14:foregroundMark x1="58667" y1="71133" x2="63667" y2="71133"/>
                        <a14:foregroundMark x1="90800" y1="35000" x2="91200" y2="67200"/>
                        <a14:foregroundMark x1="91600" y1="47600" x2="91600" y2="47600"/>
                        <a14:foregroundMark x1="90467" y1="44267" x2="91933" y2="55200"/>
                        <a14:foregroundMark x1="91933" y1="49733" x2="92200" y2="54600"/>
                        <a14:foregroundMark x1="92333" y1="51867" x2="92333" y2="44000"/>
                        <a14:foregroundMark x1="92333" y1="44000" x2="93067" y2="53600"/>
                        <a14:foregroundMark x1="92333" y1="49467" x2="91800" y2="48600"/>
                        <a14:foregroundMark x1="93333" y1="51867" x2="93067" y2="51333"/>
                        <a14:foregroundMark x1="93067" y1="46467" x2="93667" y2="54600"/>
                        <a14:foregroundMark x1="93333" y1="45733" x2="94333" y2="52200"/>
                        <a14:foregroundMark x1="93333" y1="45267" x2="93667" y2="55733"/>
                        <a14:foregroundMark x1="92600" y1="46000" x2="93800" y2="55267"/>
                        <a14:foregroundMark x1="93800" y1="55267" x2="93333" y2="56200"/>
                        <a14:foregroundMark x1="93200" y1="47600" x2="92933" y2="46867"/>
                        <a14:foregroundMark x1="92933" y1="46000" x2="93467" y2="46000"/>
                        <a14:foregroundMark x1="94067" y1="46000" x2="94067" y2="46000"/>
                        <a14:foregroundMark x1="94200" y1="46000" x2="94200" y2="46000"/>
                        <a14:foregroundMark x1="95200" y1="48133" x2="95200" y2="46867"/>
                        <a14:foregroundMark x1="95067" y1="46000" x2="95067" y2="46000"/>
                        <a14:foregroundMark x1="94667" y1="46000" x2="94067" y2="47133"/>
                        <a14:foregroundMark x1="94067" y1="49333" x2="94067" y2="49333"/>
                        <a14:foregroundMark x1="94333" y1="49733" x2="94333" y2="49733"/>
                        <a14:foregroundMark x1="94467" y1="50200" x2="94467" y2="50867"/>
                        <a14:foregroundMark x1="94467" y1="53333" x2="94467" y2="53333"/>
                        <a14:foregroundMark x1="94467" y1="53867" x2="94467" y2="53867"/>
                        <a14:foregroundMark x1="94467" y1="54067" x2="94933" y2="54067"/>
                        <a14:foregroundMark x1="95200" y1="54067" x2="95800" y2="51200"/>
                        <a14:foregroundMark x1="95800" y1="50000" x2="95800" y2="47600"/>
                        <a14:foregroundMark x1="94333" y1="45733" x2="95200" y2="55333"/>
                        <a14:foregroundMark x1="95333" y1="49333" x2="97200" y2="48867"/>
                        <a14:foregroundMark x1="96800" y1="50333" x2="96800" y2="50333"/>
                        <a14:foregroundMark x1="97067" y1="52200" x2="97067" y2="52200"/>
                        <a14:foregroundMark x1="97200" y1="53200" x2="96067" y2="51467"/>
                        <a14:foregroundMark x1="96067" y1="51333" x2="95933" y2="48333"/>
                        <a14:foregroundMark x1="95800" y1="47000" x2="95800" y2="45267"/>
                        <a14:foregroundMark x1="95200" y1="45133" x2="95667" y2="45733"/>
                        <a14:foregroundMark x1="97667" y1="46867" x2="97667" y2="46867"/>
                        <a14:foregroundMark x1="97933" y1="49467" x2="99800" y2="53200"/>
                        <a14:foregroundMark x1="98667" y1="49333" x2="95200" y2="47333"/>
                        <a14:foregroundMark x1="95800" y1="48000" x2="97200" y2="48600"/>
                        <a14:foregroundMark x1="98667" y1="49600" x2="98667" y2="50000"/>
                        <a14:foregroundMark x1="98667" y1="51733" x2="98667" y2="51733"/>
                        <a14:foregroundMark x1="98400" y1="52200" x2="98400" y2="52200"/>
                        <a14:foregroundMark x1="98067" y1="52467" x2="97933" y2="52000"/>
                        <a14:foregroundMark x1="97933" y1="49867" x2="96667" y2="44867"/>
                        <a14:foregroundMark x1="96200" y1="43600" x2="96200" y2="43600"/>
                        <a14:foregroundMark x1="95067" y1="45133" x2="95067" y2="45133"/>
                        <a14:foregroundMark x1="96667" y1="50333" x2="96667" y2="50733"/>
                        <a14:foregroundMark x1="97667" y1="54600" x2="97333" y2="54067"/>
                        <a14:foregroundMark x1="92333" y1="55600" x2="96200" y2="56733"/>
                        <a14:foregroundMark x1="94200" y1="45000" x2="98467" y2="51267"/>
                        <a14:foregroundMark x1="98467" y1="51267" x2="92200" y2="56133"/>
                        <a14:foregroundMark x1="92200" y1="56133" x2="90933" y2="554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151477" y="1346835"/>
            <a:ext cx="4618383" cy="461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รูปภาพ 1">
            <a:extLst>
              <a:ext uri="{FF2B5EF4-FFF2-40B4-BE49-F238E27FC236}">
                <a16:creationId xmlns:a16="http://schemas.microsoft.com/office/drawing/2014/main" id="{80F3982B-3BD5-CF42-C588-593995EB7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255" y="572778"/>
            <a:ext cx="3466693" cy="1575769"/>
          </a:xfrm>
          <a:prstGeom prst="rect">
            <a:avLst/>
          </a:prstGeom>
        </p:spPr>
      </p:pic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52423F00-C94F-5461-3FD5-2F63EF587C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5429" r="94857">
                        <a14:foregroundMark x1="14429" y1="35714" x2="10143" y2="67714"/>
                        <a14:foregroundMark x1="10143" y1="67714" x2="9429" y2="67857"/>
                        <a14:foregroundMark x1="5571" y1="24571" x2="5571" y2="24571"/>
                        <a14:foregroundMark x1="92143" y1="31143" x2="92143" y2="31143"/>
                        <a14:foregroundMark x1="93571" y1="73000" x2="93571" y2="73000"/>
                        <a14:foregroundMark x1="93429" y1="29000" x2="93429" y2="29000"/>
                        <a14:foregroundMark x1="94714" y1="25286" x2="94714" y2="26000"/>
                        <a14:foregroundMark x1="94857" y1="74000" x2="94857" y2="74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7270" y="1862161"/>
            <a:ext cx="2531996" cy="2531996"/>
          </a:xfrm>
          <a:prstGeom prst="rect">
            <a:avLst/>
          </a:prstGeom>
        </p:spPr>
      </p:pic>
      <p:pic>
        <p:nvPicPr>
          <p:cNvPr id="6" name="รูปภาพ 5">
            <a:extLst>
              <a:ext uri="{FF2B5EF4-FFF2-40B4-BE49-F238E27FC236}">
                <a16:creationId xmlns:a16="http://schemas.microsoft.com/office/drawing/2014/main" id="{70B697A6-2B13-D8C0-613A-96317DE26C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7623409" y="3228617"/>
            <a:ext cx="3469588" cy="3469588"/>
          </a:xfrm>
          <a:prstGeom prst="rect">
            <a:avLst/>
          </a:prstGeom>
        </p:spPr>
      </p:pic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0A632DD7-7D2C-BC20-79F0-B976FD756F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4924" y="4265625"/>
            <a:ext cx="1575769" cy="1575769"/>
          </a:xfrm>
          <a:prstGeom prst="rect">
            <a:avLst/>
          </a:prstGeom>
        </p:spPr>
      </p:pic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8EE0A011-9DB3-DAAA-6A56-0C6C07CF9C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626" b="96257" l="6522" r="95652">
                        <a14:foregroundMark x1="49275" y1="19251" x2="20290" y2="61497"/>
                        <a14:foregroundMark x1="20290" y1="61497" x2="62319" y2="81818"/>
                        <a14:foregroundMark x1="62319" y1="81818" x2="93478" y2="32620"/>
                        <a14:foregroundMark x1="93478" y1="32620" x2="65942" y2="24064"/>
                        <a14:foregroundMark x1="18841" y1="42246" x2="20290" y2="81818"/>
                        <a14:foregroundMark x1="20290" y1="81818" x2="16667" y2="85027"/>
                        <a14:foregroundMark x1="12319" y1="9626" x2="10870" y2="90909"/>
                        <a14:foregroundMark x1="10870" y1="90909" x2="10870" y2="90909"/>
                        <a14:foregroundMark x1="10870" y1="96791" x2="10870" y2="96791"/>
                        <a14:foregroundMark x1="8696" y1="79679" x2="6522" y2="81283"/>
                        <a14:foregroundMark x1="10145" y1="9626" x2="10145" y2="9626"/>
                        <a14:foregroundMark x1="90580" y1="11230" x2="90580" y2="11230"/>
                        <a14:foregroundMark x1="95652" y1="22995" x2="95652" y2="229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5516" y="638867"/>
            <a:ext cx="532662" cy="721795"/>
          </a:xfrm>
          <a:prstGeom prst="rect">
            <a:avLst/>
          </a:prstGeom>
        </p:spPr>
      </p:pic>
      <p:cxnSp>
        <p:nvCxnSpPr>
          <p:cNvPr id="12" name="ตัวเชื่อมต่อตรง 11">
            <a:extLst>
              <a:ext uri="{FF2B5EF4-FFF2-40B4-BE49-F238E27FC236}">
                <a16:creationId xmlns:a16="http://schemas.microsoft.com/office/drawing/2014/main" id="{8F696C12-7CCE-1EF6-5F87-D47898D8767C}"/>
              </a:ext>
            </a:extLst>
          </p:cNvPr>
          <p:cNvCxnSpPr>
            <a:cxnSpLocks/>
          </p:cNvCxnSpPr>
          <p:nvPr/>
        </p:nvCxnSpPr>
        <p:spPr>
          <a:xfrm flipH="1">
            <a:off x="4108704" y="939800"/>
            <a:ext cx="39634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ตัวเชื่อมต่อตรง 13">
            <a:extLst>
              <a:ext uri="{FF2B5EF4-FFF2-40B4-BE49-F238E27FC236}">
                <a16:creationId xmlns:a16="http://schemas.microsoft.com/office/drawing/2014/main" id="{C9E21E85-817D-1EE3-1576-B3A3084B984B}"/>
              </a:ext>
            </a:extLst>
          </p:cNvPr>
          <p:cNvCxnSpPr>
            <a:cxnSpLocks/>
          </p:cNvCxnSpPr>
          <p:nvPr/>
        </p:nvCxnSpPr>
        <p:spPr>
          <a:xfrm flipV="1">
            <a:off x="4126992" y="922020"/>
            <a:ext cx="0" cy="17119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ตัวเชื่อมต่อตรง 20">
            <a:extLst>
              <a:ext uri="{FF2B5EF4-FFF2-40B4-BE49-F238E27FC236}">
                <a16:creationId xmlns:a16="http://schemas.microsoft.com/office/drawing/2014/main" id="{7024F67A-0AB2-BF7F-8651-99C31780027A}"/>
              </a:ext>
            </a:extLst>
          </p:cNvPr>
          <p:cNvCxnSpPr>
            <a:cxnSpLocks/>
          </p:cNvCxnSpPr>
          <p:nvPr/>
        </p:nvCxnSpPr>
        <p:spPr>
          <a:xfrm>
            <a:off x="4108704" y="2644140"/>
            <a:ext cx="3337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ตัวเชื่อมต่อตรง 26">
            <a:extLst>
              <a:ext uri="{FF2B5EF4-FFF2-40B4-BE49-F238E27FC236}">
                <a16:creationId xmlns:a16="http://schemas.microsoft.com/office/drawing/2014/main" id="{5707D3A0-743E-6BB8-00CD-8AEE470194F7}"/>
              </a:ext>
            </a:extLst>
          </p:cNvPr>
          <p:cNvCxnSpPr>
            <a:cxnSpLocks/>
          </p:cNvCxnSpPr>
          <p:nvPr/>
        </p:nvCxnSpPr>
        <p:spPr>
          <a:xfrm flipH="1">
            <a:off x="2801112" y="1360662"/>
            <a:ext cx="13075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ตัวเชื่อมต่อตรง 29">
            <a:extLst>
              <a:ext uri="{FF2B5EF4-FFF2-40B4-BE49-F238E27FC236}">
                <a16:creationId xmlns:a16="http://schemas.microsoft.com/office/drawing/2014/main" id="{056D1C5B-4420-1337-055A-C95604D43473}"/>
              </a:ext>
            </a:extLst>
          </p:cNvPr>
          <p:cNvCxnSpPr>
            <a:cxnSpLocks/>
          </p:cNvCxnSpPr>
          <p:nvPr/>
        </p:nvCxnSpPr>
        <p:spPr>
          <a:xfrm flipH="1">
            <a:off x="2395347" y="2469603"/>
            <a:ext cx="20486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ตัวเชื่อมต่อตรง 36">
            <a:extLst>
              <a:ext uri="{FF2B5EF4-FFF2-40B4-BE49-F238E27FC236}">
                <a16:creationId xmlns:a16="http://schemas.microsoft.com/office/drawing/2014/main" id="{2C50EF92-DC28-5891-5B67-A6029196905D}"/>
              </a:ext>
            </a:extLst>
          </p:cNvPr>
          <p:cNvCxnSpPr>
            <a:cxnSpLocks/>
          </p:cNvCxnSpPr>
          <p:nvPr/>
        </p:nvCxnSpPr>
        <p:spPr>
          <a:xfrm>
            <a:off x="2395347" y="1331642"/>
            <a:ext cx="0" cy="11562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ตัวเชื่อมต่อตรง 42">
            <a:extLst>
              <a:ext uri="{FF2B5EF4-FFF2-40B4-BE49-F238E27FC236}">
                <a16:creationId xmlns:a16="http://schemas.microsoft.com/office/drawing/2014/main" id="{786A010E-9190-0DFD-1550-4D4ECBEDC35A}"/>
              </a:ext>
            </a:extLst>
          </p:cNvPr>
          <p:cNvCxnSpPr>
            <a:cxnSpLocks/>
          </p:cNvCxnSpPr>
          <p:nvPr/>
        </p:nvCxnSpPr>
        <p:spPr>
          <a:xfrm flipH="1">
            <a:off x="2377426" y="483751"/>
            <a:ext cx="4335794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ตัวเชื่อมต่อตรง 43">
            <a:extLst>
              <a:ext uri="{FF2B5EF4-FFF2-40B4-BE49-F238E27FC236}">
                <a16:creationId xmlns:a16="http://schemas.microsoft.com/office/drawing/2014/main" id="{C7561F19-1036-AC02-2D90-DEAB2A06F223}"/>
              </a:ext>
            </a:extLst>
          </p:cNvPr>
          <p:cNvCxnSpPr>
            <a:cxnSpLocks/>
          </p:cNvCxnSpPr>
          <p:nvPr/>
        </p:nvCxnSpPr>
        <p:spPr>
          <a:xfrm flipV="1">
            <a:off x="2396871" y="479687"/>
            <a:ext cx="0" cy="223323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ตัวเชื่อมต่อตรง 46">
            <a:extLst>
              <a:ext uri="{FF2B5EF4-FFF2-40B4-BE49-F238E27FC236}">
                <a16:creationId xmlns:a16="http://schemas.microsoft.com/office/drawing/2014/main" id="{1BB6E88A-4A8D-8C12-ADD8-C8955C114203}"/>
              </a:ext>
            </a:extLst>
          </p:cNvPr>
          <p:cNvCxnSpPr>
            <a:cxnSpLocks/>
          </p:cNvCxnSpPr>
          <p:nvPr/>
        </p:nvCxnSpPr>
        <p:spPr>
          <a:xfrm>
            <a:off x="6456807" y="2311672"/>
            <a:ext cx="24688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ตัวเชื่อมต่อตรง 48">
            <a:extLst>
              <a:ext uri="{FF2B5EF4-FFF2-40B4-BE49-F238E27FC236}">
                <a16:creationId xmlns:a16="http://schemas.microsoft.com/office/drawing/2014/main" id="{F6A3A0C1-FFC2-09CC-91A2-8295AFDAE2EE}"/>
              </a:ext>
            </a:extLst>
          </p:cNvPr>
          <p:cNvCxnSpPr>
            <a:cxnSpLocks/>
          </p:cNvCxnSpPr>
          <p:nvPr/>
        </p:nvCxnSpPr>
        <p:spPr>
          <a:xfrm flipV="1">
            <a:off x="6688455" y="464820"/>
            <a:ext cx="15240" cy="1864995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ตัวเชื่อมต่อตรง 3">
            <a:extLst>
              <a:ext uri="{FF2B5EF4-FFF2-40B4-BE49-F238E27FC236}">
                <a16:creationId xmlns:a16="http://schemas.microsoft.com/office/drawing/2014/main" id="{1E4F2B82-4390-B7DC-D17B-A8039B4B8774}"/>
              </a:ext>
            </a:extLst>
          </p:cNvPr>
          <p:cNvCxnSpPr>
            <a:cxnSpLocks/>
          </p:cNvCxnSpPr>
          <p:nvPr/>
        </p:nvCxnSpPr>
        <p:spPr>
          <a:xfrm flipH="1">
            <a:off x="4216400" y="836295"/>
            <a:ext cx="38557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4B2761D2-7A04-2767-C675-ABDC1FDDCE26}"/>
              </a:ext>
            </a:extLst>
          </p:cNvPr>
          <p:cNvCxnSpPr>
            <a:cxnSpLocks/>
          </p:cNvCxnSpPr>
          <p:nvPr/>
        </p:nvCxnSpPr>
        <p:spPr>
          <a:xfrm flipV="1">
            <a:off x="4234942" y="817245"/>
            <a:ext cx="0" cy="16523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วงรี 17">
            <a:extLst>
              <a:ext uri="{FF2B5EF4-FFF2-40B4-BE49-F238E27FC236}">
                <a16:creationId xmlns:a16="http://schemas.microsoft.com/office/drawing/2014/main" id="{26A9B0A1-E669-2B12-EAFC-A4335635F249}"/>
              </a:ext>
            </a:extLst>
          </p:cNvPr>
          <p:cNvSpPr/>
          <p:nvPr/>
        </p:nvSpPr>
        <p:spPr>
          <a:xfrm>
            <a:off x="4194879" y="2419586"/>
            <a:ext cx="80703" cy="841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วงรี 19">
            <a:extLst>
              <a:ext uri="{FF2B5EF4-FFF2-40B4-BE49-F238E27FC236}">
                <a16:creationId xmlns:a16="http://schemas.microsoft.com/office/drawing/2014/main" id="{34B4D302-56A6-31C6-9BAB-0C933D1E0988}"/>
              </a:ext>
            </a:extLst>
          </p:cNvPr>
          <p:cNvSpPr/>
          <p:nvPr/>
        </p:nvSpPr>
        <p:spPr>
          <a:xfrm>
            <a:off x="4074669" y="1304391"/>
            <a:ext cx="100668" cy="1125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22" name="ตัวเชื่อมต่อตรง 21">
            <a:extLst>
              <a:ext uri="{FF2B5EF4-FFF2-40B4-BE49-F238E27FC236}">
                <a16:creationId xmlns:a16="http://schemas.microsoft.com/office/drawing/2014/main" id="{A3A424D5-8431-A596-A55C-D056B63F2B85}"/>
              </a:ext>
            </a:extLst>
          </p:cNvPr>
          <p:cNvCxnSpPr>
            <a:cxnSpLocks/>
          </p:cNvCxnSpPr>
          <p:nvPr/>
        </p:nvCxnSpPr>
        <p:spPr>
          <a:xfrm flipH="1">
            <a:off x="6814820" y="1041400"/>
            <a:ext cx="125730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ตัวเชื่อมต่อตรง 23">
            <a:extLst>
              <a:ext uri="{FF2B5EF4-FFF2-40B4-BE49-F238E27FC236}">
                <a16:creationId xmlns:a16="http://schemas.microsoft.com/office/drawing/2014/main" id="{E37A6E4E-F82C-AF4F-0ABB-9B39EEE202FA}"/>
              </a:ext>
            </a:extLst>
          </p:cNvPr>
          <p:cNvCxnSpPr>
            <a:cxnSpLocks/>
          </p:cNvCxnSpPr>
          <p:nvPr/>
        </p:nvCxnSpPr>
        <p:spPr>
          <a:xfrm flipH="1">
            <a:off x="6901180" y="1143000"/>
            <a:ext cx="117094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ตัวเชื่อมต่อตรง 25">
            <a:extLst>
              <a:ext uri="{FF2B5EF4-FFF2-40B4-BE49-F238E27FC236}">
                <a16:creationId xmlns:a16="http://schemas.microsoft.com/office/drawing/2014/main" id="{7EAAAE16-1A65-9B72-0F2D-B23D56603D06}"/>
              </a:ext>
            </a:extLst>
          </p:cNvPr>
          <p:cNvCxnSpPr>
            <a:cxnSpLocks/>
          </p:cNvCxnSpPr>
          <p:nvPr/>
        </p:nvCxnSpPr>
        <p:spPr>
          <a:xfrm>
            <a:off x="6833870" y="1041400"/>
            <a:ext cx="0" cy="166116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ตัวเชื่อมต่อตรง 33">
            <a:extLst>
              <a:ext uri="{FF2B5EF4-FFF2-40B4-BE49-F238E27FC236}">
                <a16:creationId xmlns:a16="http://schemas.microsoft.com/office/drawing/2014/main" id="{5482D206-52EC-5FF6-D9C5-BE446D18AC62}"/>
              </a:ext>
            </a:extLst>
          </p:cNvPr>
          <p:cNvCxnSpPr>
            <a:cxnSpLocks/>
          </p:cNvCxnSpPr>
          <p:nvPr/>
        </p:nvCxnSpPr>
        <p:spPr>
          <a:xfrm flipH="1">
            <a:off x="6456807" y="2702560"/>
            <a:ext cx="395478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ตัวเชื่อมต่อตรง 38">
            <a:extLst>
              <a:ext uri="{FF2B5EF4-FFF2-40B4-BE49-F238E27FC236}">
                <a16:creationId xmlns:a16="http://schemas.microsoft.com/office/drawing/2014/main" id="{5E4C303B-002F-DEA8-56C8-CD73442AC005}"/>
              </a:ext>
            </a:extLst>
          </p:cNvPr>
          <p:cNvCxnSpPr>
            <a:cxnSpLocks/>
          </p:cNvCxnSpPr>
          <p:nvPr/>
        </p:nvCxnSpPr>
        <p:spPr>
          <a:xfrm flipV="1">
            <a:off x="6911340" y="1123997"/>
            <a:ext cx="0" cy="137975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ตัวเชื่อมต่อตรง 41">
            <a:extLst>
              <a:ext uri="{FF2B5EF4-FFF2-40B4-BE49-F238E27FC236}">
                <a16:creationId xmlns:a16="http://schemas.microsoft.com/office/drawing/2014/main" id="{FEA247B4-1B73-C55D-A99D-2585438836B7}"/>
              </a:ext>
            </a:extLst>
          </p:cNvPr>
          <p:cNvCxnSpPr>
            <a:cxnSpLocks/>
          </p:cNvCxnSpPr>
          <p:nvPr/>
        </p:nvCxnSpPr>
        <p:spPr>
          <a:xfrm flipH="1">
            <a:off x="6456807" y="2486748"/>
            <a:ext cx="473583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ตัวเชื่อมต่อตรง 45">
            <a:extLst>
              <a:ext uri="{FF2B5EF4-FFF2-40B4-BE49-F238E27FC236}">
                <a16:creationId xmlns:a16="http://schemas.microsoft.com/office/drawing/2014/main" id="{86C275DE-E342-A3E3-8996-DA4B47E4BFD9}"/>
              </a:ext>
            </a:extLst>
          </p:cNvPr>
          <p:cNvCxnSpPr>
            <a:cxnSpLocks/>
          </p:cNvCxnSpPr>
          <p:nvPr/>
        </p:nvCxnSpPr>
        <p:spPr>
          <a:xfrm flipH="1">
            <a:off x="7797800" y="2702560"/>
            <a:ext cx="35941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ตัวเชื่อมต่อตรง 50">
            <a:extLst>
              <a:ext uri="{FF2B5EF4-FFF2-40B4-BE49-F238E27FC236}">
                <a16:creationId xmlns:a16="http://schemas.microsoft.com/office/drawing/2014/main" id="{26B9D7FD-B9DE-002F-B658-32C39036DB53}"/>
              </a:ext>
            </a:extLst>
          </p:cNvPr>
          <p:cNvCxnSpPr>
            <a:cxnSpLocks/>
          </p:cNvCxnSpPr>
          <p:nvPr/>
        </p:nvCxnSpPr>
        <p:spPr>
          <a:xfrm flipH="1">
            <a:off x="7797800" y="5125720"/>
            <a:ext cx="35941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ตัวเชื่อมต่อตรง 51">
            <a:extLst>
              <a:ext uri="{FF2B5EF4-FFF2-40B4-BE49-F238E27FC236}">
                <a16:creationId xmlns:a16="http://schemas.microsoft.com/office/drawing/2014/main" id="{7DF502F5-68E2-4D56-51E0-3F0719CB3891}"/>
              </a:ext>
            </a:extLst>
          </p:cNvPr>
          <p:cNvCxnSpPr>
            <a:cxnSpLocks/>
          </p:cNvCxnSpPr>
          <p:nvPr/>
        </p:nvCxnSpPr>
        <p:spPr>
          <a:xfrm flipV="1">
            <a:off x="7805419" y="2697756"/>
            <a:ext cx="0" cy="24587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ตัวเชื่อมต่อตรง 54">
            <a:extLst>
              <a:ext uri="{FF2B5EF4-FFF2-40B4-BE49-F238E27FC236}">
                <a16:creationId xmlns:a16="http://schemas.microsoft.com/office/drawing/2014/main" id="{3222E831-8B83-1E09-D03A-4D8891DCD86A}"/>
              </a:ext>
            </a:extLst>
          </p:cNvPr>
          <p:cNvCxnSpPr>
            <a:cxnSpLocks/>
          </p:cNvCxnSpPr>
          <p:nvPr/>
        </p:nvCxnSpPr>
        <p:spPr>
          <a:xfrm flipH="1">
            <a:off x="6456807" y="3401060"/>
            <a:ext cx="134607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วงรี 56">
            <a:extLst>
              <a:ext uri="{FF2B5EF4-FFF2-40B4-BE49-F238E27FC236}">
                <a16:creationId xmlns:a16="http://schemas.microsoft.com/office/drawing/2014/main" id="{5920E434-6AFE-2A1F-3BD2-612EF4C20FF3}"/>
              </a:ext>
            </a:extLst>
          </p:cNvPr>
          <p:cNvSpPr/>
          <p:nvPr/>
        </p:nvSpPr>
        <p:spPr>
          <a:xfrm>
            <a:off x="7742638" y="3345456"/>
            <a:ext cx="101302" cy="1093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58" name="ตัวเชื่อมต่อตรง 57">
            <a:extLst>
              <a:ext uri="{FF2B5EF4-FFF2-40B4-BE49-F238E27FC236}">
                <a16:creationId xmlns:a16="http://schemas.microsoft.com/office/drawing/2014/main" id="{114418AD-D1E0-6E8A-2BBA-8BB1DCA2FA90}"/>
              </a:ext>
            </a:extLst>
          </p:cNvPr>
          <p:cNvCxnSpPr>
            <a:cxnSpLocks/>
          </p:cNvCxnSpPr>
          <p:nvPr/>
        </p:nvCxnSpPr>
        <p:spPr>
          <a:xfrm flipH="1">
            <a:off x="7696200" y="2966720"/>
            <a:ext cx="4620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ตัวเชื่อมต่อตรง 59">
            <a:extLst>
              <a:ext uri="{FF2B5EF4-FFF2-40B4-BE49-F238E27FC236}">
                <a16:creationId xmlns:a16="http://schemas.microsoft.com/office/drawing/2014/main" id="{8979F7A7-3673-34A8-7AA5-8B8BDA63CCFE}"/>
              </a:ext>
            </a:extLst>
          </p:cNvPr>
          <p:cNvCxnSpPr>
            <a:cxnSpLocks/>
          </p:cNvCxnSpPr>
          <p:nvPr/>
        </p:nvCxnSpPr>
        <p:spPr>
          <a:xfrm flipV="1">
            <a:off x="7715250" y="1346835"/>
            <a:ext cx="1905" cy="16297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ตัวเชื่อมต่อตรง 62">
            <a:extLst>
              <a:ext uri="{FF2B5EF4-FFF2-40B4-BE49-F238E27FC236}">
                <a16:creationId xmlns:a16="http://schemas.microsoft.com/office/drawing/2014/main" id="{7A2C1C93-7272-A2BF-4B8B-B42F42BD663D}"/>
              </a:ext>
            </a:extLst>
          </p:cNvPr>
          <p:cNvCxnSpPr>
            <a:cxnSpLocks/>
          </p:cNvCxnSpPr>
          <p:nvPr/>
        </p:nvCxnSpPr>
        <p:spPr>
          <a:xfrm flipH="1">
            <a:off x="4128813" y="1360661"/>
            <a:ext cx="3607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ตัวเชื่อมต่อตรง 1030">
            <a:extLst>
              <a:ext uri="{FF2B5EF4-FFF2-40B4-BE49-F238E27FC236}">
                <a16:creationId xmlns:a16="http://schemas.microsoft.com/office/drawing/2014/main" id="{3ADDA5BB-CD2D-5934-ED05-CDBD10A89AC7}"/>
              </a:ext>
            </a:extLst>
          </p:cNvPr>
          <p:cNvCxnSpPr>
            <a:cxnSpLocks/>
          </p:cNvCxnSpPr>
          <p:nvPr/>
        </p:nvCxnSpPr>
        <p:spPr>
          <a:xfrm flipH="1">
            <a:off x="6654546" y="5340350"/>
            <a:ext cx="15026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ตัวเชื่อมต่อตรง 1032">
            <a:extLst>
              <a:ext uri="{FF2B5EF4-FFF2-40B4-BE49-F238E27FC236}">
                <a16:creationId xmlns:a16="http://schemas.microsoft.com/office/drawing/2014/main" id="{384BDE36-9680-BC70-11CD-FA458A230E18}"/>
              </a:ext>
            </a:extLst>
          </p:cNvPr>
          <p:cNvCxnSpPr>
            <a:cxnSpLocks/>
          </p:cNvCxnSpPr>
          <p:nvPr/>
        </p:nvCxnSpPr>
        <p:spPr>
          <a:xfrm flipV="1">
            <a:off x="6666031" y="4859655"/>
            <a:ext cx="0" cy="4997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ตัวเชื่อมต่อตรง 1039">
            <a:extLst>
              <a:ext uri="{FF2B5EF4-FFF2-40B4-BE49-F238E27FC236}">
                <a16:creationId xmlns:a16="http://schemas.microsoft.com/office/drawing/2014/main" id="{6C162DFF-BCF8-A889-24FB-149EE9A8BD44}"/>
              </a:ext>
            </a:extLst>
          </p:cNvPr>
          <p:cNvCxnSpPr>
            <a:cxnSpLocks/>
          </p:cNvCxnSpPr>
          <p:nvPr/>
        </p:nvCxnSpPr>
        <p:spPr>
          <a:xfrm>
            <a:off x="6443781" y="4879340"/>
            <a:ext cx="2222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ตัวเชื่อมต่อตรง 1042">
            <a:extLst>
              <a:ext uri="{FF2B5EF4-FFF2-40B4-BE49-F238E27FC236}">
                <a16:creationId xmlns:a16="http://schemas.microsoft.com/office/drawing/2014/main" id="{9DE85235-923D-C705-F356-FB3567DFAE77}"/>
              </a:ext>
            </a:extLst>
          </p:cNvPr>
          <p:cNvCxnSpPr>
            <a:cxnSpLocks/>
          </p:cNvCxnSpPr>
          <p:nvPr/>
        </p:nvCxnSpPr>
        <p:spPr>
          <a:xfrm flipH="1">
            <a:off x="2601847" y="5960550"/>
            <a:ext cx="4181858" cy="38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ตัวเชื่อมต่อตรง 1045">
            <a:extLst>
              <a:ext uri="{FF2B5EF4-FFF2-40B4-BE49-F238E27FC236}">
                <a16:creationId xmlns:a16="http://schemas.microsoft.com/office/drawing/2014/main" id="{92A51313-0C68-EB52-E600-7FD5A45B5D01}"/>
              </a:ext>
            </a:extLst>
          </p:cNvPr>
          <p:cNvCxnSpPr>
            <a:cxnSpLocks/>
          </p:cNvCxnSpPr>
          <p:nvPr/>
        </p:nvCxnSpPr>
        <p:spPr>
          <a:xfrm>
            <a:off x="6764020" y="4305357"/>
            <a:ext cx="0" cy="16407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ตัวเชื่อมต่อตรง 1054">
            <a:extLst>
              <a:ext uri="{FF2B5EF4-FFF2-40B4-BE49-F238E27FC236}">
                <a16:creationId xmlns:a16="http://schemas.microsoft.com/office/drawing/2014/main" id="{DBF98A15-B30A-D8BF-F17E-756C1F8684E4}"/>
              </a:ext>
            </a:extLst>
          </p:cNvPr>
          <p:cNvCxnSpPr>
            <a:cxnSpLocks/>
          </p:cNvCxnSpPr>
          <p:nvPr/>
        </p:nvCxnSpPr>
        <p:spPr>
          <a:xfrm>
            <a:off x="6473825" y="4318000"/>
            <a:ext cx="3098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ตัวเชื่อมต่อตรง 1070">
            <a:extLst>
              <a:ext uri="{FF2B5EF4-FFF2-40B4-BE49-F238E27FC236}">
                <a16:creationId xmlns:a16="http://schemas.microsoft.com/office/drawing/2014/main" id="{8EE47268-4AEE-B764-C1C0-76E6722875EE}"/>
              </a:ext>
            </a:extLst>
          </p:cNvPr>
          <p:cNvCxnSpPr>
            <a:cxnSpLocks/>
          </p:cNvCxnSpPr>
          <p:nvPr/>
        </p:nvCxnSpPr>
        <p:spPr>
          <a:xfrm flipV="1">
            <a:off x="2591939" y="5659755"/>
            <a:ext cx="0" cy="3244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ตัวเชื่อมต่อตรง 1072">
            <a:extLst>
              <a:ext uri="{FF2B5EF4-FFF2-40B4-BE49-F238E27FC236}">
                <a16:creationId xmlns:a16="http://schemas.microsoft.com/office/drawing/2014/main" id="{4DE535C6-60FA-E88F-1626-A2B9936AD444}"/>
              </a:ext>
            </a:extLst>
          </p:cNvPr>
          <p:cNvCxnSpPr>
            <a:cxnSpLocks/>
          </p:cNvCxnSpPr>
          <p:nvPr/>
        </p:nvCxnSpPr>
        <p:spPr>
          <a:xfrm flipH="1">
            <a:off x="2986167" y="5371553"/>
            <a:ext cx="3494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ตัวเชื่อมต่อตรง 1074">
            <a:extLst>
              <a:ext uri="{FF2B5EF4-FFF2-40B4-BE49-F238E27FC236}">
                <a16:creationId xmlns:a16="http://schemas.microsoft.com/office/drawing/2014/main" id="{1717C615-D410-6524-0BDE-87A472B9BE88}"/>
              </a:ext>
            </a:extLst>
          </p:cNvPr>
          <p:cNvCxnSpPr>
            <a:cxnSpLocks/>
          </p:cNvCxnSpPr>
          <p:nvPr/>
        </p:nvCxnSpPr>
        <p:spPr>
          <a:xfrm flipH="1">
            <a:off x="3297555" y="4678133"/>
            <a:ext cx="11594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ตัวเชื่อมต่อตรง 1076">
            <a:extLst>
              <a:ext uri="{FF2B5EF4-FFF2-40B4-BE49-F238E27FC236}">
                <a16:creationId xmlns:a16="http://schemas.microsoft.com/office/drawing/2014/main" id="{79785D46-E0E5-5F48-0927-EA54E09E09FF}"/>
              </a:ext>
            </a:extLst>
          </p:cNvPr>
          <p:cNvCxnSpPr>
            <a:cxnSpLocks/>
          </p:cNvCxnSpPr>
          <p:nvPr/>
        </p:nvCxnSpPr>
        <p:spPr>
          <a:xfrm flipV="1">
            <a:off x="3315839" y="4665980"/>
            <a:ext cx="0" cy="6934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ตัวเชื่อมต่อตรง 1081">
            <a:extLst>
              <a:ext uri="{FF2B5EF4-FFF2-40B4-BE49-F238E27FC236}">
                <a16:creationId xmlns:a16="http://schemas.microsoft.com/office/drawing/2014/main" id="{B6825856-8DFB-063F-78DB-67843F2CEEBD}"/>
              </a:ext>
            </a:extLst>
          </p:cNvPr>
          <p:cNvCxnSpPr>
            <a:cxnSpLocks/>
          </p:cNvCxnSpPr>
          <p:nvPr/>
        </p:nvCxnSpPr>
        <p:spPr>
          <a:xfrm flipH="1">
            <a:off x="7539990" y="3083560"/>
            <a:ext cx="61722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ตัวเชื่อมต่อตรง 1082">
            <a:extLst>
              <a:ext uri="{FF2B5EF4-FFF2-40B4-BE49-F238E27FC236}">
                <a16:creationId xmlns:a16="http://schemas.microsoft.com/office/drawing/2014/main" id="{CBC0B39F-E7A0-B78F-0766-1E6F31453647}"/>
              </a:ext>
            </a:extLst>
          </p:cNvPr>
          <p:cNvCxnSpPr>
            <a:cxnSpLocks/>
          </p:cNvCxnSpPr>
          <p:nvPr/>
        </p:nvCxnSpPr>
        <p:spPr>
          <a:xfrm flipH="1">
            <a:off x="6443781" y="4135120"/>
            <a:ext cx="112859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ตัวเชื่อมต่อตรง 1083">
            <a:extLst>
              <a:ext uri="{FF2B5EF4-FFF2-40B4-BE49-F238E27FC236}">
                <a16:creationId xmlns:a16="http://schemas.microsoft.com/office/drawing/2014/main" id="{B558C300-CC3D-DA31-6AE6-40587B7AC83D}"/>
              </a:ext>
            </a:extLst>
          </p:cNvPr>
          <p:cNvCxnSpPr>
            <a:cxnSpLocks/>
          </p:cNvCxnSpPr>
          <p:nvPr/>
        </p:nvCxnSpPr>
        <p:spPr>
          <a:xfrm flipH="1">
            <a:off x="7885918" y="3195596"/>
            <a:ext cx="27129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ตัวเชื่อมต่อตรง 1084">
            <a:extLst>
              <a:ext uri="{FF2B5EF4-FFF2-40B4-BE49-F238E27FC236}">
                <a16:creationId xmlns:a16="http://schemas.microsoft.com/office/drawing/2014/main" id="{DE9B8305-98F0-D5D1-3E44-ECE2866712FE}"/>
              </a:ext>
            </a:extLst>
          </p:cNvPr>
          <p:cNvCxnSpPr>
            <a:cxnSpLocks/>
          </p:cNvCxnSpPr>
          <p:nvPr/>
        </p:nvCxnSpPr>
        <p:spPr>
          <a:xfrm flipH="1">
            <a:off x="7240905" y="4793256"/>
            <a:ext cx="90536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ตัวเชื่อมต่อตรง 1085">
            <a:extLst>
              <a:ext uri="{FF2B5EF4-FFF2-40B4-BE49-F238E27FC236}">
                <a16:creationId xmlns:a16="http://schemas.microsoft.com/office/drawing/2014/main" id="{FB0F99BE-9307-978C-624A-9A426A30A588}"/>
              </a:ext>
            </a:extLst>
          </p:cNvPr>
          <p:cNvCxnSpPr>
            <a:cxnSpLocks/>
          </p:cNvCxnSpPr>
          <p:nvPr/>
        </p:nvCxnSpPr>
        <p:spPr>
          <a:xfrm flipH="1">
            <a:off x="6446506" y="3927116"/>
            <a:ext cx="81091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ตัวเชื่อมต่อตรง 1086">
            <a:extLst>
              <a:ext uri="{FF2B5EF4-FFF2-40B4-BE49-F238E27FC236}">
                <a16:creationId xmlns:a16="http://schemas.microsoft.com/office/drawing/2014/main" id="{619EB0BA-CB74-AB7D-DE1D-6C0281EDBC3C}"/>
              </a:ext>
            </a:extLst>
          </p:cNvPr>
          <p:cNvCxnSpPr>
            <a:cxnSpLocks/>
          </p:cNvCxnSpPr>
          <p:nvPr/>
        </p:nvCxnSpPr>
        <p:spPr>
          <a:xfrm flipH="1">
            <a:off x="7926162" y="3316798"/>
            <a:ext cx="23104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ตัวเชื่อมต่อตรง 1088">
            <a:extLst>
              <a:ext uri="{FF2B5EF4-FFF2-40B4-BE49-F238E27FC236}">
                <a16:creationId xmlns:a16="http://schemas.microsoft.com/office/drawing/2014/main" id="{07B3C923-609C-5DCE-C4B6-2F3E7560581B}"/>
              </a:ext>
            </a:extLst>
          </p:cNvPr>
          <p:cNvCxnSpPr>
            <a:cxnSpLocks/>
          </p:cNvCxnSpPr>
          <p:nvPr/>
        </p:nvCxnSpPr>
        <p:spPr>
          <a:xfrm flipH="1">
            <a:off x="7311390" y="4678133"/>
            <a:ext cx="85197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ตัวเชื่อมต่อตรง 1089">
            <a:extLst>
              <a:ext uri="{FF2B5EF4-FFF2-40B4-BE49-F238E27FC236}">
                <a16:creationId xmlns:a16="http://schemas.microsoft.com/office/drawing/2014/main" id="{89991897-2142-5A41-A203-F9BE6197A151}"/>
              </a:ext>
            </a:extLst>
          </p:cNvPr>
          <p:cNvCxnSpPr>
            <a:cxnSpLocks/>
          </p:cNvCxnSpPr>
          <p:nvPr/>
        </p:nvCxnSpPr>
        <p:spPr>
          <a:xfrm flipH="1">
            <a:off x="6465027" y="3582863"/>
            <a:ext cx="88065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ตัวเชื่อมต่อตรง 1090">
            <a:extLst>
              <a:ext uri="{FF2B5EF4-FFF2-40B4-BE49-F238E27FC236}">
                <a16:creationId xmlns:a16="http://schemas.microsoft.com/office/drawing/2014/main" id="{DC2629DA-4C20-517D-0298-35B4DF8A22D7}"/>
              </a:ext>
            </a:extLst>
          </p:cNvPr>
          <p:cNvCxnSpPr>
            <a:cxnSpLocks/>
          </p:cNvCxnSpPr>
          <p:nvPr/>
        </p:nvCxnSpPr>
        <p:spPr>
          <a:xfrm flipH="1">
            <a:off x="7991475" y="3429000"/>
            <a:ext cx="16573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ตัวเชื่อมต่อตรง 1091">
            <a:extLst>
              <a:ext uri="{FF2B5EF4-FFF2-40B4-BE49-F238E27FC236}">
                <a16:creationId xmlns:a16="http://schemas.microsoft.com/office/drawing/2014/main" id="{B318723E-97D6-8E26-F494-659E151DA795}"/>
              </a:ext>
            </a:extLst>
          </p:cNvPr>
          <p:cNvCxnSpPr>
            <a:cxnSpLocks/>
          </p:cNvCxnSpPr>
          <p:nvPr/>
        </p:nvCxnSpPr>
        <p:spPr>
          <a:xfrm flipH="1">
            <a:off x="7145655" y="4917440"/>
            <a:ext cx="101311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ตัวเชื่อมต่อตรง 1092">
            <a:extLst>
              <a:ext uri="{FF2B5EF4-FFF2-40B4-BE49-F238E27FC236}">
                <a16:creationId xmlns:a16="http://schemas.microsoft.com/office/drawing/2014/main" id="{83435A28-5AC8-3EF5-CD84-5E721FA22EDC}"/>
              </a:ext>
            </a:extLst>
          </p:cNvPr>
          <p:cNvCxnSpPr>
            <a:cxnSpLocks/>
          </p:cNvCxnSpPr>
          <p:nvPr/>
        </p:nvCxnSpPr>
        <p:spPr>
          <a:xfrm flipH="1">
            <a:off x="6465027" y="3755390"/>
            <a:ext cx="71682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ตัวเชื่อมต่อตรง 1093">
            <a:extLst>
              <a:ext uri="{FF2B5EF4-FFF2-40B4-BE49-F238E27FC236}">
                <a16:creationId xmlns:a16="http://schemas.microsoft.com/office/drawing/2014/main" id="{4265572B-7ECA-DBE3-77D9-BC9FC73505B5}"/>
              </a:ext>
            </a:extLst>
          </p:cNvPr>
          <p:cNvCxnSpPr>
            <a:cxnSpLocks/>
          </p:cNvCxnSpPr>
          <p:nvPr/>
        </p:nvCxnSpPr>
        <p:spPr>
          <a:xfrm flipH="1">
            <a:off x="6473825" y="3037568"/>
            <a:ext cx="99187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ตัวเชื่อมต่อตรง 1094">
            <a:extLst>
              <a:ext uri="{FF2B5EF4-FFF2-40B4-BE49-F238E27FC236}">
                <a16:creationId xmlns:a16="http://schemas.microsoft.com/office/drawing/2014/main" id="{0FFD51E2-5209-248D-976C-CD2D53574DC3}"/>
              </a:ext>
            </a:extLst>
          </p:cNvPr>
          <p:cNvCxnSpPr>
            <a:cxnSpLocks/>
          </p:cNvCxnSpPr>
          <p:nvPr/>
        </p:nvCxnSpPr>
        <p:spPr>
          <a:xfrm flipH="1">
            <a:off x="7443470" y="4566920"/>
            <a:ext cx="734847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ตัวเชื่อมต่อตรง 1099">
            <a:extLst>
              <a:ext uri="{FF2B5EF4-FFF2-40B4-BE49-F238E27FC236}">
                <a16:creationId xmlns:a16="http://schemas.microsoft.com/office/drawing/2014/main" id="{90C5068F-09B7-91BB-C414-8F3614D71F26}"/>
              </a:ext>
            </a:extLst>
          </p:cNvPr>
          <p:cNvCxnSpPr>
            <a:cxnSpLocks/>
          </p:cNvCxnSpPr>
          <p:nvPr/>
        </p:nvCxnSpPr>
        <p:spPr>
          <a:xfrm>
            <a:off x="8011257" y="3429000"/>
            <a:ext cx="0" cy="148844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8" name="วงรี 1117">
            <a:extLst>
              <a:ext uri="{FF2B5EF4-FFF2-40B4-BE49-F238E27FC236}">
                <a16:creationId xmlns:a16="http://schemas.microsoft.com/office/drawing/2014/main" id="{D1FE8249-FDE4-1165-44A9-FAFE61420DEC}"/>
              </a:ext>
            </a:extLst>
          </p:cNvPr>
          <p:cNvSpPr/>
          <p:nvPr/>
        </p:nvSpPr>
        <p:spPr>
          <a:xfrm>
            <a:off x="7967877" y="4879340"/>
            <a:ext cx="80703" cy="8416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120" name="ตัวเชื่อมต่อตรง 1119">
            <a:extLst>
              <a:ext uri="{FF2B5EF4-FFF2-40B4-BE49-F238E27FC236}">
                <a16:creationId xmlns:a16="http://schemas.microsoft.com/office/drawing/2014/main" id="{8BE77C1D-D6AA-A09B-90DE-48A059B40349}"/>
              </a:ext>
            </a:extLst>
          </p:cNvPr>
          <p:cNvCxnSpPr>
            <a:cxnSpLocks/>
          </p:cNvCxnSpPr>
          <p:nvPr/>
        </p:nvCxnSpPr>
        <p:spPr>
          <a:xfrm flipV="1">
            <a:off x="7944973" y="3316798"/>
            <a:ext cx="0" cy="136133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" name="วงรี 1125">
            <a:extLst>
              <a:ext uri="{FF2B5EF4-FFF2-40B4-BE49-F238E27FC236}">
                <a16:creationId xmlns:a16="http://schemas.microsoft.com/office/drawing/2014/main" id="{DD422517-25DC-1176-E09E-73924C395A30}"/>
              </a:ext>
            </a:extLst>
          </p:cNvPr>
          <p:cNvSpPr/>
          <p:nvPr/>
        </p:nvSpPr>
        <p:spPr>
          <a:xfrm>
            <a:off x="7920014" y="4635195"/>
            <a:ext cx="60519" cy="7379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127" name="ตัวเชื่อมต่อตรง 1126">
            <a:extLst>
              <a:ext uri="{FF2B5EF4-FFF2-40B4-BE49-F238E27FC236}">
                <a16:creationId xmlns:a16="http://schemas.microsoft.com/office/drawing/2014/main" id="{DE977108-0DE3-C515-5952-C65505629194}"/>
              </a:ext>
            </a:extLst>
          </p:cNvPr>
          <p:cNvCxnSpPr>
            <a:cxnSpLocks/>
            <a:stCxn id="1135" idx="0"/>
          </p:cNvCxnSpPr>
          <p:nvPr/>
        </p:nvCxnSpPr>
        <p:spPr>
          <a:xfrm flipH="1" flipV="1">
            <a:off x="7870783" y="3175781"/>
            <a:ext cx="10411" cy="1572578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5" name="วงรี 1134">
            <a:extLst>
              <a:ext uri="{FF2B5EF4-FFF2-40B4-BE49-F238E27FC236}">
                <a16:creationId xmlns:a16="http://schemas.microsoft.com/office/drawing/2014/main" id="{BC6DFEFA-BED7-1D8D-89CB-9AE3B7530A2A}"/>
              </a:ext>
            </a:extLst>
          </p:cNvPr>
          <p:cNvSpPr/>
          <p:nvPr/>
        </p:nvSpPr>
        <p:spPr>
          <a:xfrm>
            <a:off x="7840842" y="4748359"/>
            <a:ext cx="80703" cy="84161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141" name="ตัวเชื่อมต่อตรง 1140">
            <a:extLst>
              <a:ext uri="{FF2B5EF4-FFF2-40B4-BE49-F238E27FC236}">
                <a16:creationId xmlns:a16="http://schemas.microsoft.com/office/drawing/2014/main" id="{40C1E171-0F11-5978-1BAB-EECD984B68DE}"/>
              </a:ext>
            </a:extLst>
          </p:cNvPr>
          <p:cNvCxnSpPr>
            <a:cxnSpLocks/>
          </p:cNvCxnSpPr>
          <p:nvPr/>
        </p:nvCxnSpPr>
        <p:spPr>
          <a:xfrm flipH="1" flipV="1">
            <a:off x="7326657" y="3568954"/>
            <a:ext cx="2613" cy="112786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ตัวเชื่อมต่อตรง 1151">
            <a:extLst>
              <a:ext uri="{FF2B5EF4-FFF2-40B4-BE49-F238E27FC236}">
                <a16:creationId xmlns:a16="http://schemas.microsoft.com/office/drawing/2014/main" id="{7C31296A-4919-55AF-F2F8-4DE01FC98704}"/>
              </a:ext>
            </a:extLst>
          </p:cNvPr>
          <p:cNvCxnSpPr>
            <a:cxnSpLocks/>
          </p:cNvCxnSpPr>
          <p:nvPr/>
        </p:nvCxnSpPr>
        <p:spPr>
          <a:xfrm>
            <a:off x="7257416" y="3907155"/>
            <a:ext cx="0" cy="89008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7" name="ตัวเชื่อมต่อตรง 1166">
            <a:extLst>
              <a:ext uri="{FF2B5EF4-FFF2-40B4-BE49-F238E27FC236}">
                <a16:creationId xmlns:a16="http://schemas.microsoft.com/office/drawing/2014/main" id="{9FDEB80B-67DE-297A-6D03-72EE4EDCC07F}"/>
              </a:ext>
            </a:extLst>
          </p:cNvPr>
          <p:cNvCxnSpPr>
            <a:cxnSpLocks/>
          </p:cNvCxnSpPr>
          <p:nvPr/>
        </p:nvCxnSpPr>
        <p:spPr>
          <a:xfrm flipV="1">
            <a:off x="7162800" y="3753758"/>
            <a:ext cx="0" cy="118400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ตัวเชื่อมต่อตรง 1186">
            <a:extLst>
              <a:ext uri="{FF2B5EF4-FFF2-40B4-BE49-F238E27FC236}">
                <a16:creationId xmlns:a16="http://schemas.microsoft.com/office/drawing/2014/main" id="{D2195431-7EC3-2557-2D40-AAFBDD841D0F}"/>
              </a:ext>
            </a:extLst>
          </p:cNvPr>
          <p:cNvCxnSpPr>
            <a:cxnSpLocks/>
          </p:cNvCxnSpPr>
          <p:nvPr/>
        </p:nvCxnSpPr>
        <p:spPr>
          <a:xfrm>
            <a:off x="7443470" y="3037568"/>
            <a:ext cx="0" cy="1543957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ตัวเชื่อมต่อตรง 1203">
            <a:extLst>
              <a:ext uri="{FF2B5EF4-FFF2-40B4-BE49-F238E27FC236}">
                <a16:creationId xmlns:a16="http://schemas.microsoft.com/office/drawing/2014/main" id="{68316ABF-3B87-A213-DD45-B3F0656FF61A}"/>
              </a:ext>
            </a:extLst>
          </p:cNvPr>
          <p:cNvCxnSpPr>
            <a:cxnSpLocks/>
          </p:cNvCxnSpPr>
          <p:nvPr/>
        </p:nvCxnSpPr>
        <p:spPr>
          <a:xfrm>
            <a:off x="7555865" y="3068955"/>
            <a:ext cx="0" cy="1080135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1" name="สี่เหลี่ยมผืนผ้า 1210">
            <a:extLst>
              <a:ext uri="{FF2B5EF4-FFF2-40B4-BE49-F238E27FC236}">
                <a16:creationId xmlns:a16="http://schemas.microsoft.com/office/drawing/2014/main" id="{6F7BE80F-EBC7-F42B-E6F8-AC5513B7BBA0}"/>
              </a:ext>
            </a:extLst>
          </p:cNvPr>
          <p:cNvSpPr/>
          <p:nvPr/>
        </p:nvSpPr>
        <p:spPr>
          <a:xfrm>
            <a:off x="2344706" y="1707848"/>
            <a:ext cx="98079" cy="3282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19695967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0</Words>
  <Application>Microsoft Office PowerPoint</Application>
  <PresentationFormat>แบบจอกว้าง</PresentationFormat>
  <Paragraphs>0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ธีมของ Office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Phuriphat Malison</dc:creator>
  <cp:lastModifiedBy>Phuriphat Malison</cp:lastModifiedBy>
  <cp:revision>3</cp:revision>
  <dcterms:created xsi:type="dcterms:W3CDTF">2024-03-11T15:06:06Z</dcterms:created>
  <dcterms:modified xsi:type="dcterms:W3CDTF">2024-03-12T09:38:23Z</dcterms:modified>
</cp:coreProperties>
</file>